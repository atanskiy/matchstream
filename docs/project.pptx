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  <p:sldMasterId id="2147483713" r:id="rId2"/>
  </p:sldMasterIdLst>
  <p:notesMasterIdLst>
    <p:notesMasterId r:id="rId4"/>
  </p:notesMasterIdLst>
  <p:sldIdLst>
    <p:sldId id="293" r:id="rId3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2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37D6F-38BA-43B3-A9B2-3F4481D99E9B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2CCBA-C97D-4FA1-A7A8-53845637F3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007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1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7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80300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80623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6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62570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3" y="1825625"/>
            <a:ext cx="503396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71045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6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6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961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8122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9702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147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3904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367162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9" y="987427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56523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1485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365558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2" y="4501729"/>
            <a:ext cx="10512425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778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11119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49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8" indent="0">
              <a:buNone/>
              <a:defRPr sz="900"/>
            </a:lvl7pPr>
            <a:lvl8pPr marL="3200480" indent="0">
              <a:buNone/>
              <a:defRPr sz="900"/>
            </a:lvl8pPr>
            <a:lvl9pPr marL="365769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5" y="1885950"/>
            <a:ext cx="2936242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0" y="2571750"/>
            <a:ext cx="294679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8" indent="0">
              <a:buNone/>
              <a:defRPr sz="900"/>
            </a:lvl7pPr>
            <a:lvl8pPr marL="3200480" indent="0">
              <a:buNone/>
              <a:defRPr sz="900"/>
            </a:lvl8pPr>
            <a:lvl9pPr marL="365769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4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8" indent="0">
              <a:buNone/>
              <a:defRPr sz="900"/>
            </a:lvl7pPr>
            <a:lvl8pPr marL="3200480" indent="0">
              <a:buNone/>
              <a:defRPr sz="900"/>
            </a:lvl8pPr>
            <a:lvl9pPr marL="365769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13603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12" indent="0">
              <a:buNone/>
              <a:defRPr sz="1600"/>
            </a:lvl2pPr>
            <a:lvl3pPr marL="914423" indent="0">
              <a:buNone/>
              <a:defRPr sz="1600"/>
            </a:lvl3pPr>
            <a:lvl4pPr marL="1371634" indent="0">
              <a:buNone/>
              <a:defRPr sz="1600"/>
            </a:lvl4pPr>
            <a:lvl5pPr marL="1828846" indent="0">
              <a:buNone/>
              <a:defRPr sz="1600"/>
            </a:lvl5pPr>
            <a:lvl6pPr marL="2286057" indent="0">
              <a:buNone/>
              <a:defRPr sz="1600"/>
            </a:lvl6pPr>
            <a:lvl7pPr marL="2743268" indent="0">
              <a:buNone/>
              <a:defRPr sz="1600"/>
            </a:lvl7pPr>
            <a:lvl8pPr marL="3200480" indent="0">
              <a:buNone/>
              <a:defRPr sz="1600"/>
            </a:lvl8pPr>
            <a:lvl9pPr marL="3657692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7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8" indent="0">
              <a:buNone/>
              <a:defRPr sz="900"/>
            </a:lvl7pPr>
            <a:lvl8pPr marL="3200480" indent="0">
              <a:buNone/>
              <a:defRPr sz="900"/>
            </a:lvl8pPr>
            <a:lvl9pPr marL="365769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8" y="4297503"/>
            <a:ext cx="293052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8" y="2256354"/>
            <a:ext cx="293052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12" indent="0">
              <a:buNone/>
              <a:defRPr sz="1600"/>
            </a:lvl2pPr>
            <a:lvl3pPr marL="914423" indent="0">
              <a:buNone/>
              <a:defRPr sz="1600"/>
            </a:lvl3pPr>
            <a:lvl4pPr marL="1371634" indent="0">
              <a:buNone/>
              <a:defRPr sz="1600"/>
            </a:lvl4pPr>
            <a:lvl5pPr marL="1828846" indent="0">
              <a:buNone/>
              <a:defRPr sz="1600"/>
            </a:lvl5pPr>
            <a:lvl6pPr marL="2286057" indent="0">
              <a:buNone/>
              <a:defRPr sz="1600"/>
            </a:lvl6pPr>
            <a:lvl7pPr marL="2743268" indent="0">
              <a:buNone/>
              <a:defRPr sz="1600"/>
            </a:lvl7pPr>
            <a:lvl8pPr marL="3200480" indent="0">
              <a:buNone/>
              <a:defRPr sz="1600"/>
            </a:lvl8pPr>
            <a:lvl9pPr marL="3657692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7" y="4873766"/>
            <a:ext cx="29344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8" indent="0">
              <a:buNone/>
              <a:defRPr sz="900"/>
            </a:lvl7pPr>
            <a:lvl8pPr marL="3200480" indent="0">
              <a:buNone/>
              <a:defRPr sz="900"/>
            </a:lvl8pPr>
            <a:lvl9pPr marL="365769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2" y="2256354"/>
            <a:ext cx="293211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12" indent="0">
              <a:buNone/>
              <a:defRPr sz="1600"/>
            </a:lvl2pPr>
            <a:lvl3pPr marL="914423" indent="0">
              <a:buNone/>
              <a:defRPr sz="1600"/>
            </a:lvl3pPr>
            <a:lvl4pPr marL="1371634" indent="0">
              <a:buNone/>
              <a:defRPr sz="1600"/>
            </a:lvl4pPr>
            <a:lvl5pPr marL="1828846" indent="0">
              <a:buNone/>
              <a:defRPr sz="1600"/>
            </a:lvl5pPr>
            <a:lvl6pPr marL="2286057" indent="0">
              <a:buNone/>
              <a:defRPr sz="1600"/>
            </a:lvl6pPr>
            <a:lvl7pPr marL="2743268" indent="0">
              <a:buNone/>
              <a:defRPr sz="1600"/>
            </a:lvl7pPr>
            <a:lvl8pPr marL="3200480" indent="0">
              <a:buNone/>
              <a:defRPr sz="1600"/>
            </a:lvl8pPr>
            <a:lvl9pPr marL="3657692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8" y="4873762"/>
            <a:ext cx="293599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8" indent="0">
              <a:buNone/>
              <a:defRPr sz="900"/>
            </a:lvl7pPr>
            <a:lvl8pPr marL="3200480" indent="0">
              <a:buNone/>
              <a:defRPr sz="900"/>
            </a:lvl8pPr>
            <a:lvl9pPr marL="365769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16143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1696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269587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EF49D-F5D2-4D0D-8BAE-29F44D356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2CACA-E19D-45B0-B753-70687B66E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13FAB-7BD2-4843-A907-32A6DC8A9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12A6-52CF-4F56-ACB7-67B621A29735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25DD7-670E-4DF0-83F5-98840EAA8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97D0C-BD98-4AD1-AF23-0A71F91C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72D2-B254-42C9-A207-372BE5E971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14148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81D46-DE52-4703-A13A-1CE6DCA5E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0C798-7528-4C62-83D8-730D48D9F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B2E0-E0A7-46CC-8681-BB9B28857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12A6-52CF-4F56-ACB7-67B621A29735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46431-8A4C-4C3E-8DCC-0540205DE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11C6A-244C-448F-893D-E498F2E9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72D2-B254-42C9-A207-372BE5E971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050977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E832-72F2-4D88-9ADF-045725691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FA31C-446B-4A8D-925C-5DF8B1D9C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F7F5D-E1B2-4F92-95C7-E57FB71E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12A6-52CF-4F56-ACB7-67B621A29735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0210D-8191-4E29-8463-7BA9CA17A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7E2FD-59D7-4744-BE75-85B6CEC8C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72D2-B254-42C9-A207-372BE5E971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446438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9A26C-3723-4C1D-AA63-D4C1FE76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51761-9C90-4A63-B03B-79954D7B72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34A0F-96AB-4C25-8503-A6CF7CB9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ECEE7-D6F9-479A-80CD-D1B2A0088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12A6-52CF-4F56-ACB7-67B621A29735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E9383-DD5E-4D8D-B135-664F9A077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54CE9-9E49-45A6-A03A-731F1588F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72D2-B254-42C9-A207-372BE5E971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19174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2CC3-DB3C-4AFD-AEF8-35D65B52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78D8D-529A-4F2B-BE9B-E04782208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29C63-6DAE-4C44-810B-22C60817B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98F038-0FBA-4ECE-A0AA-0E1AAAE648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95526-C3CD-46B8-ACEB-691857BC3C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61AB50-1952-4468-8AB4-FA8370DB1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12A6-52CF-4F56-ACB7-67B621A29735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08139F-EAB7-492C-BB47-F920457F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3C18D7-A6A3-4A2C-AB55-CB7486E2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72D2-B254-42C9-A207-372BE5E971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87697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6D475-2DB6-453D-8CC6-498834FB9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6D89CC-4839-41C7-8E9D-21365E7C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12A6-52CF-4F56-ACB7-67B621A29735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7C778-511C-44C3-8D93-1F9A85313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D8F42-0EF5-474F-A708-0AA4557E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72D2-B254-42C9-A207-372BE5E971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38858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596978-DE8B-4D81-B7F3-50E93BBF7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12A6-52CF-4F56-ACB7-67B621A29735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7393FD-C79B-4F4C-A5E7-66E398F58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73AB7-ACA8-4B77-89ED-CBFCB7AD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72D2-B254-42C9-A207-372BE5E971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68008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55075-63BB-4C7D-AB36-DB6BC1848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B5A9C-5EEE-47FA-9D22-D988ABFD2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DBBAB-D4AD-4D2F-AD2F-E59C24498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70524-7BD1-4E09-9C47-BB90133C3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12A6-52CF-4F56-ACB7-67B621A29735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441BB-5938-48A9-BAD9-AE450F7CE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F76FD-20D3-420F-A980-40F178F1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72D2-B254-42C9-A207-372BE5E971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276745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4210C-1329-4ECD-A643-91DE98B97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DA853-D967-4597-ACFC-E2CA37163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767D8-60A9-4060-A5FC-64C4F3095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AD03B-CAB5-4F67-9ED3-A52869F27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12A6-52CF-4F56-ACB7-67B621A29735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0A4B9-024D-45B3-AFA2-35BBC72CD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98D44-18CB-435C-961F-825F287CC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72D2-B254-42C9-A207-372BE5E971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76934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6858-EC16-4EEB-ABCD-302E63F8E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138E4-EB97-4273-9C8A-2FA7BCCC3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276E6-73A2-4EAA-AF29-5F9B9D720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12A6-52CF-4F56-ACB7-67B621A29735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96681-27A4-43A9-B0A6-4D6943F7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073D0-D5E8-4B91-9E1F-A00EC35C7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72D2-B254-42C9-A207-372BE5E971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7761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B7C56-0434-4735-AA77-AB106BD8B8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E6C92-AC5C-40B9-BAFC-C87F2E110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8D2C3-35B3-47B8-9B8B-D5C8EFF01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12A6-52CF-4F56-ACB7-67B621A29735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E1791-85F5-4D1F-8C2B-7F7D996A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D2746-124C-4DA9-A1E9-4CD127A8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72D2-B254-42C9-A207-372BE5E971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6336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3" y="1825625"/>
            <a:ext cx="102338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97491CD4-DED1-40E8-A864-CA185BF4DF33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2F6CFB6-38A4-4E87-B3EF-0B16E7584C7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45028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1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2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40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6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0CE1E8-2F64-46E8-9AD5-01423D499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9448F-65CE-49AB-B9EE-AE4CABD67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A1969-516C-48E8-AC34-35C3B9E8E2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212A6-52CF-4F56-ACB7-67B621A29735}" type="datetimeFigureOut">
              <a:rPr lang="LID4096" smtClean="0"/>
              <a:t>12/01/2025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EF770-4DD3-468D-98BE-0086ECDD7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845DB-62E5-49E7-A87F-1F59C7955B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872D2-B254-42C9-A207-372BE5E9714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1948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eg"/><Relationship Id="rId17" Type="http://schemas.openxmlformats.org/officeDocument/2006/relationships/image" Target="../media/image17.jpeg"/><Relationship Id="rId2" Type="http://schemas.openxmlformats.org/officeDocument/2006/relationships/image" Target="../media/image2.jpeg"/><Relationship Id="rId16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jpe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264688-AD9F-4E08-B1DF-7F1EFF2EA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5123" y="69306"/>
            <a:ext cx="9144000" cy="57928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GB" sz="4000" dirty="0"/>
              <a:t>General Workflow Youtube Trends</a:t>
            </a:r>
            <a:endParaRPr lang="en-GB" sz="6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EAD9AE-215A-4AA8-AD81-60FFC1A87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667" y="3006409"/>
            <a:ext cx="583018" cy="5804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C62EC4-D4E6-41F7-B739-C28684BA80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066" y="3104337"/>
            <a:ext cx="886320" cy="3555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70BD13-38CA-49EB-9C96-6D3CD4A5B261}"/>
              </a:ext>
            </a:extLst>
          </p:cNvPr>
          <p:cNvSpPr txBox="1"/>
          <p:nvPr/>
        </p:nvSpPr>
        <p:spPr>
          <a:xfrm>
            <a:off x="2273269" y="3573131"/>
            <a:ext cx="10559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Kafka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CCA758-06AA-46C5-8AC9-32BE7FAA777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66" r="25888"/>
          <a:stretch/>
        </p:blipFill>
        <p:spPr>
          <a:xfrm>
            <a:off x="5320544" y="2554888"/>
            <a:ext cx="1049608" cy="11430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7912E87-0E40-48E7-834E-CD6CB06BE788}"/>
              </a:ext>
            </a:extLst>
          </p:cNvPr>
          <p:cNvSpPr txBox="1"/>
          <p:nvPr/>
        </p:nvSpPr>
        <p:spPr>
          <a:xfrm>
            <a:off x="5368530" y="2095617"/>
            <a:ext cx="5549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bronze</a:t>
            </a:r>
          </a:p>
          <a:p>
            <a:r>
              <a:rPr lang="en-US" sz="1000" dirty="0"/>
              <a:t>silver</a:t>
            </a:r>
          </a:p>
          <a:p>
            <a:r>
              <a:rPr lang="en-US" sz="1000" dirty="0"/>
              <a:t>gold</a:t>
            </a:r>
            <a:endParaRPr lang="LID4096" sz="1000" dirty="0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6482B2DD-AA7A-496D-A630-D3991EC8DB42}"/>
              </a:ext>
            </a:extLst>
          </p:cNvPr>
          <p:cNvSpPr/>
          <p:nvPr/>
        </p:nvSpPr>
        <p:spPr>
          <a:xfrm>
            <a:off x="4846321" y="3164850"/>
            <a:ext cx="554960" cy="2734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952F640-B358-4866-865F-B34C544E17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371" y="2372616"/>
            <a:ext cx="1230329" cy="579279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7C4668A6-9E9A-4712-B636-4E0975CDC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7152" y="1915017"/>
            <a:ext cx="1104109" cy="600677"/>
          </a:xfrm>
          <a:prstGeom prst="rect">
            <a:avLst/>
          </a:prstGeom>
        </p:spPr>
      </p:pic>
      <p:sp>
        <p:nvSpPr>
          <p:cNvPr id="74" name="Arrow: Right 73">
            <a:extLst>
              <a:ext uri="{FF2B5EF4-FFF2-40B4-BE49-F238E27FC236}">
                <a16:creationId xmlns:a16="http://schemas.microsoft.com/office/drawing/2014/main" id="{BC7C1B3B-3BD9-429A-9A5F-AE2ABAD8C2AA}"/>
              </a:ext>
            </a:extLst>
          </p:cNvPr>
          <p:cNvSpPr/>
          <p:nvPr/>
        </p:nvSpPr>
        <p:spPr>
          <a:xfrm rot="9731863">
            <a:off x="8804924" y="2377914"/>
            <a:ext cx="847939" cy="2734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78897515-01BF-47CE-A2FC-3D6D9D5A8A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767" y="680870"/>
            <a:ext cx="1137865" cy="439975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AC32D63C-CC8C-416C-9D44-8DC46275B9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801" y="5118912"/>
            <a:ext cx="4366172" cy="1038671"/>
          </a:xfrm>
          <a:prstGeom prst="rect">
            <a:avLst/>
          </a:prstGeom>
        </p:spPr>
      </p:pic>
      <p:pic>
        <p:nvPicPr>
          <p:cNvPr id="1026" name="Picture 2" descr="‪Continuing the journey: our new mascot and wordmark‬‏">
            <a:extLst>
              <a:ext uri="{FF2B5EF4-FFF2-40B4-BE49-F238E27FC236}">
                <a16:creationId xmlns:a16="http://schemas.microsoft.com/office/drawing/2014/main" id="{FDE062B3-A611-45E1-8802-64774D042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024" y="3586835"/>
            <a:ext cx="925680" cy="310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rrow: Right 61">
            <a:extLst>
              <a:ext uri="{FF2B5EF4-FFF2-40B4-BE49-F238E27FC236}">
                <a16:creationId xmlns:a16="http://schemas.microsoft.com/office/drawing/2014/main" id="{EF53FCD6-0BDF-4285-B60D-5817B80FEB73}"/>
              </a:ext>
            </a:extLst>
          </p:cNvPr>
          <p:cNvSpPr/>
          <p:nvPr/>
        </p:nvSpPr>
        <p:spPr>
          <a:xfrm>
            <a:off x="3206660" y="3164850"/>
            <a:ext cx="554960" cy="2734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028" name="Picture 4" descr="‪Automate your workflow with YouTube Data API | by Achanandhi M | Medium‬‏">
            <a:extLst>
              <a:ext uri="{FF2B5EF4-FFF2-40B4-BE49-F238E27FC236}">
                <a16:creationId xmlns:a16="http://schemas.microsoft.com/office/drawing/2014/main" id="{A8C0EB13-36E1-4695-AF82-0938BA0AF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55" y="3093524"/>
            <a:ext cx="634244" cy="355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ostgreSQL Database| Consulting | Implementation | AMC Management |  Migration">
            <a:extLst>
              <a:ext uri="{FF2B5EF4-FFF2-40B4-BE49-F238E27FC236}">
                <a16:creationId xmlns:a16="http://schemas.microsoft.com/office/drawing/2014/main" id="{8E220A3F-7BFE-4384-ADAD-549899776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340" y="3933198"/>
            <a:ext cx="655660" cy="729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‪spark #hdfs #hive #distributedcomputing #apache | Manish Sharma‬‏">
            <a:extLst>
              <a:ext uri="{FF2B5EF4-FFF2-40B4-BE49-F238E27FC236}">
                <a16:creationId xmlns:a16="http://schemas.microsoft.com/office/drawing/2014/main" id="{61F37D3F-983C-45D3-AB61-5CDA82486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887" y="3933198"/>
            <a:ext cx="726295" cy="72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‪Python - Wikiversity‬‏">
            <a:extLst>
              <a:ext uri="{FF2B5EF4-FFF2-40B4-BE49-F238E27FC236}">
                <a16:creationId xmlns:a16="http://schemas.microsoft.com/office/drawing/2014/main" id="{434EE384-FDE5-4CDC-9581-4BF14F103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027" y="2986886"/>
            <a:ext cx="507407" cy="507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3403746E-8CDB-41F6-931A-B89BE27E7C5D}"/>
              </a:ext>
            </a:extLst>
          </p:cNvPr>
          <p:cNvSpPr/>
          <p:nvPr/>
        </p:nvSpPr>
        <p:spPr>
          <a:xfrm>
            <a:off x="2001055" y="3123562"/>
            <a:ext cx="390166" cy="2734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BE57E99F-D213-44D9-AEC1-B570B639478B}"/>
              </a:ext>
            </a:extLst>
          </p:cNvPr>
          <p:cNvSpPr/>
          <p:nvPr/>
        </p:nvSpPr>
        <p:spPr>
          <a:xfrm>
            <a:off x="926195" y="3123562"/>
            <a:ext cx="390166" cy="2734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D77570-34D0-411E-83A2-33A7CE22055F}"/>
              </a:ext>
            </a:extLst>
          </p:cNvPr>
          <p:cNvSpPr/>
          <p:nvPr/>
        </p:nvSpPr>
        <p:spPr>
          <a:xfrm>
            <a:off x="179264" y="2812699"/>
            <a:ext cx="1751854" cy="885278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5" name="Picture 4" descr="‪The Power of Data Build Tool (dbt) | by Andy Sawyer | Data Training Lab‬‏">
            <a:extLst>
              <a:ext uri="{FF2B5EF4-FFF2-40B4-BE49-F238E27FC236}">
                <a16:creationId xmlns:a16="http://schemas.microsoft.com/office/drawing/2014/main" id="{B1568EFC-8636-4CE8-A745-4511AE614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453" y="914330"/>
            <a:ext cx="761428" cy="300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D0C70A4E-1263-4697-BF95-86523FAC3A3E}"/>
              </a:ext>
            </a:extLst>
          </p:cNvPr>
          <p:cNvSpPr/>
          <p:nvPr/>
        </p:nvSpPr>
        <p:spPr>
          <a:xfrm rot="5400000">
            <a:off x="5540279" y="1406003"/>
            <a:ext cx="349441" cy="2734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27C271-3E78-4736-80D9-4CDCC13DDC42}"/>
              </a:ext>
            </a:extLst>
          </p:cNvPr>
          <p:cNvSpPr txBox="1"/>
          <p:nvPr/>
        </p:nvSpPr>
        <p:spPr>
          <a:xfrm>
            <a:off x="4659913" y="900858"/>
            <a:ext cx="23278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Transformations: bronze -&gt; silver -&gt; gold</a:t>
            </a:r>
            <a:endParaRPr lang="LID4096" sz="10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21C26E-8E3C-458D-9E34-A19F8FDA3EED}"/>
              </a:ext>
            </a:extLst>
          </p:cNvPr>
          <p:cNvSpPr/>
          <p:nvPr/>
        </p:nvSpPr>
        <p:spPr>
          <a:xfrm>
            <a:off x="3653399" y="882560"/>
            <a:ext cx="3295183" cy="125899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624197-F64C-4AE6-A10B-0085736B6CE6}"/>
              </a:ext>
            </a:extLst>
          </p:cNvPr>
          <p:cNvSpPr/>
          <p:nvPr/>
        </p:nvSpPr>
        <p:spPr>
          <a:xfrm>
            <a:off x="296568" y="5517760"/>
            <a:ext cx="1076459" cy="30291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B31F690-651C-4FFE-8679-2467DB9AAA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840" y="1742532"/>
            <a:ext cx="886320" cy="355530"/>
          </a:xfrm>
          <a:prstGeom prst="rect">
            <a:avLst/>
          </a:prstGeom>
        </p:spPr>
      </p:pic>
      <p:sp>
        <p:nvSpPr>
          <p:cNvPr id="34" name="Arrow: Right 33">
            <a:extLst>
              <a:ext uri="{FF2B5EF4-FFF2-40B4-BE49-F238E27FC236}">
                <a16:creationId xmlns:a16="http://schemas.microsoft.com/office/drawing/2014/main" id="{CF1668BC-B4F8-4351-BC1C-77FAA1393EB9}"/>
              </a:ext>
            </a:extLst>
          </p:cNvPr>
          <p:cNvSpPr/>
          <p:nvPr/>
        </p:nvSpPr>
        <p:spPr>
          <a:xfrm rot="5400000">
            <a:off x="5785871" y="2271479"/>
            <a:ext cx="349441" cy="2734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8" name="Picture 6" descr="SAP Integration with Power BI: Fast &amp; High-Performance">
            <a:extLst>
              <a:ext uri="{FF2B5EF4-FFF2-40B4-BE49-F238E27FC236}">
                <a16:creationId xmlns:a16="http://schemas.microsoft.com/office/drawing/2014/main" id="{1DB83B54-A361-448E-819F-B4C6AE167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8340" y="3459234"/>
            <a:ext cx="803529" cy="66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Arrow: Right 35">
            <a:extLst>
              <a:ext uri="{FF2B5EF4-FFF2-40B4-BE49-F238E27FC236}">
                <a16:creationId xmlns:a16="http://schemas.microsoft.com/office/drawing/2014/main" id="{3D68BCE6-1320-4A0F-8387-C4F96ADB4CA4}"/>
              </a:ext>
            </a:extLst>
          </p:cNvPr>
          <p:cNvSpPr/>
          <p:nvPr/>
        </p:nvSpPr>
        <p:spPr>
          <a:xfrm rot="12899367">
            <a:off x="8775616" y="3191625"/>
            <a:ext cx="922319" cy="2734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5DAC05-D176-40A2-BC14-A08207EFF0FC}"/>
              </a:ext>
            </a:extLst>
          </p:cNvPr>
          <p:cNvSpPr/>
          <p:nvPr/>
        </p:nvSpPr>
        <p:spPr>
          <a:xfrm>
            <a:off x="1316361" y="634098"/>
            <a:ext cx="7736199" cy="4470326"/>
          </a:xfrm>
          <a:prstGeom prst="rect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034" name="Picture 10" descr="‪Telegram Bot | Homey‬‏">
            <a:extLst>
              <a:ext uri="{FF2B5EF4-FFF2-40B4-BE49-F238E27FC236}">
                <a16:creationId xmlns:a16="http://schemas.microsoft.com/office/drawing/2014/main" id="{1FC8A401-BEE7-4D45-8FE8-90986A4F3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491" y="1188423"/>
            <a:ext cx="825783" cy="57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‪How Do Large Language Models Work? LLM AI Demystified‬‏">
            <a:extLst>
              <a:ext uri="{FF2B5EF4-FFF2-40B4-BE49-F238E27FC236}">
                <a16:creationId xmlns:a16="http://schemas.microsoft.com/office/drawing/2014/main" id="{91DDC233-AF40-48C0-AADA-45A99B982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394" y="1012974"/>
            <a:ext cx="884525" cy="465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4540F773-3AA2-45A5-A2B6-E661AB3588CE}"/>
              </a:ext>
            </a:extLst>
          </p:cNvPr>
          <p:cNvSpPr/>
          <p:nvPr/>
        </p:nvSpPr>
        <p:spPr>
          <a:xfrm>
            <a:off x="8814717" y="1099292"/>
            <a:ext cx="835603" cy="33620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E3DD64-8C8F-4613-8194-7000C28B83A3}"/>
              </a:ext>
            </a:extLst>
          </p:cNvPr>
          <p:cNvSpPr txBox="1"/>
          <p:nvPr/>
        </p:nvSpPr>
        <p:spPr>
          <a:xfrm>
            <a:off x="1316361" y="5538410"/>
            <a:ext cx="15119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- Not implemented yet</a:t>
            </a:r>
            <a:endParaRPr lang="LID4096" sz="1100" dirty="0"/>
          </a:p>
        </p:txBody>
      </p:sp>
      <p:sp>
        <p:nvSpPr>
          <p:cNvPr id="38" name="Arrow: Left-Right 37">
            <a:extLst>
              <a:ext uri="{FF2B5EF4-FFF2-40B4-BE49-F238E27FC236}">
                <a16:creationId xmlns:a16="http://schemas.microsoft.com/office/drawing/2014/main" id="{244BE464-B967-4D02-807A-CB46B6AA0D79}"/>
              </a:ext>
            </a:extLst>
          </p:cNvPr>
          <p:cNvSpPr/>
          <p:nvPr/>
        </p:nvSpPr>
        <p:spPr>
          <a:xfrm rot="19994250">
            <a:off x="6172742" y="2792969"/>
            <a:ext cx="835603" cy="33620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2040654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5872</TotalTime>
  <Words>19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Corbel</vt:lpstr>
      <vt:lpstr>Depth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claims classification</dc:title>
  <dc:creator>Tanskiy Alexander</dc:creator>
  <cp:lastModifiedBy>Tanskiy Alexander</cp:lastModifiedBy>
  <cp:revision>384</cp:revision>
  <dcterms:created xsi:type="dcterms:W3CDTF">2024-07-18T16:20:08Z</dcterms:created>
  <dcterms:modified xsi:type="dcterms:W3CDTF">2025-12-01T17:33:06Z</dcterms:modified>
</cp:coreProperties>
</file>